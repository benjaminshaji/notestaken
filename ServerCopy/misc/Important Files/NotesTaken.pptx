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72" r:id="rId6"/>
    <p:sldId id="274" r:id="rId7"/>
    <p:sldId id="275" r:id="rId8"/>
    <p:sldId id="263" r:id="rId9"/>
    <p:sldId id="259" r:id="rId10"/>
    <p:sldId id="261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6" r:id="rId20"/>
    <p:sldId id="26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CC9900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9EEF8-C3C8-4FEE-A800-C8CBFAC69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9DB214-65DC-4B16-8F47-BD42838932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EBD45-E1A0-4435-9842-CD04F48D1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85EA-7F9F-4C97-874C-B15671622AE5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3F673-6CAE-485E-8D79-93893DD07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3A4E2-0817-4D89-9DC8-BAC7CC442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1C56B-0473-430B-8EB5-E58A0F1DF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45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149E1-4B54-411D-BDCB-93B986F20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1E7B2-0857-449A-B1A2-472463A44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0DF80-4856-4060-894A-CD8E75EF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85EA-7F9F-4C97-874C-B15671622AE5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E441F-B6E2-49AE-9B09-5A8659941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03E3C-9B30-4330-9EAF-01E89D8E2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1C56B-0473-430B-8EB5-E58A0F1DF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749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08A35-2BF3-4DA1-B93F-BBC05BD3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EAEA7-184B-4565-BE50-6B17A568E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B03BF-4EF2-48C8-8D41-227B652E1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85EA-7F9F-4C97-874C-B15671622AE5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36EEF-2DA0-4F42-85DF-C6895451A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09B15-C603-472B-81E5-A9551166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1C56B-0473-430B-8EB5-E58A0F1DF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135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C5C1B-F960-4A73-99FE-8D116441D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D73D3-8E65-4643-A1A5-6EC908F442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9F88F4-43FB-4771-99D4-F929F82AA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E6596-88CD-411F-AB26-725A844B9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85EA-7F9F-4C97-874C-B15671622AE5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96EA1-E3F4-4ED2-960C-D435B5467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4422D3-25E4-47E0-ABDC-141977A97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1C56B-0473-430B-8EB5-E58A0F1DF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7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7A2D3-BDC9-49A6-ABFD-5EC0A08F2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2307B-AF1C-4195-96BE-5C9472C8C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B35C7-8544-498B-8B3F-119FFBE08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770EBB-956C-4EA3-9507-26B62A753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251486-6ABF-4235-AC0E-6E8F95D8B6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A7BFF-60EE-41A9-A01A-92744F259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85EA-7F9F-4C97-874C-B15671622AE5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67D7D2-4B15-456C-8150-9AEE37D39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388D44-C0C2-4035-803C-E5129F2C9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1C56B-0473-430B-8EB5-E58A0F1DF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51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1FF8E-0C50-41E5-862C-0917BCD6C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2C1407-B056-4FD4-8F00-30DA2F674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85EA-7F9F-4C97-874C-B15671622AE5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1163A4-B367-407B-A284-41C42C982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E47ED0-4666-429E-A1B2-E5E4B74B1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1C56B-0473-430B-8EB5-E58A0F1DF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687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ECFF2A-3F91-45CD-84B4-E2BF3AF5C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85EA-7F9F-4C97-874C-B15671622AE5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4C5B3B-5315-4759-A1A2-74D7E0D28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D2431-6364-47E7-B4A3-0095730B7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1C56B-0473-430B-8EB5-E58A0F1DF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305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33F70-61EA-4CB3-8265-9F416100A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42BA8-E5C4-4A44-83BD-55DA915F1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2A1BCB-2013-4438-943A-6903821519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258B2-C96D-4448-9557-F983A0673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85EA-7F9F-4C97-874C-B15671622AE5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8E31A-90E9-4F86-9AEF-A5A18ECBE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3F1517-5A6E-49A7-A46F-E028A24A0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1C56B-0473-430B-8EB5-E58A0F1DF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90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8D6F2-3E76-4CC3-82DD-0CFD5E673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88F2A9-3AC2-470A-8562-7A734F4BF8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E024F-263A-4EB8-8068-817BE7590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CA3A7-F34A-4E89-9A08-D4CA91FAA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85EA-7F9F-4C97-874C-B15671622AE5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A02D3-7793-404A-8683-C9F9C37E1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2FFF9-43D3-4F71-AFB2-2C02A207B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1C56B-0473-430B-8EB5-E58A0F1DF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696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1F7A-EED0-47D7-BA96-10000AB1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A60252-4578-44CC-9FEA-C14B259EE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8445B-93D2-4FDE-8024-B480BC337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85EA-7F9F-4C97-874C-B15671622AE5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E973C-1AA5-429A-8DBC-C4AD265F7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AE09E-0C1D-4C09-9532-CA7C0D39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1C56B-0473-430B-8EB5-E58A0F1DF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398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BA4B84-2FF4-46D4-B145-CE32795FF4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B098B0-E3A4-4503-891F-1388CF8DD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E0356-286F-4191-A173-552D7F3BD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85EA-7F9F-4C97-874C-B15671622AE5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625EF-2B05-4646-97A7-A5FEAF062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A5FA4-8A8B-4C22-809B-2658B5CC9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1C56B-0473-430B-8EB5-E58A0F1DF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956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84F59E-6830-489D-B1D8-A45C30297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E1408-1C8B-4D1A-8381-D469FB92A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E2C14-7E61-4F65-A047-5502B7F48C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585EA-7F9F-4C97-874C-B15671622AE5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4692A-7A50-4F78-B85A-1CE9299C6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05FD8-6F96-4F9F-8772-787C1D996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1C56B-0473-430B-8EB5-E58A0F1DF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939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EE1601-F271-416C-A52A-EE9477FA8F64}"/>
              </a:ext>
            </a:extLst>
          </p:cNvPr>
          <p:cNvSpPr/>
          <p:nvPr/>
        </p:nvSpPr>
        <p:spPr>
          <a:xfrm>
            <a:off x="58723" y="58723"/>
            <a:ext cx="3296873" cy="7633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Notes Taken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A03B10-B141-4801-8D23-D00D004E64DC}"/>
              </a:ext>
            </a:extLst>
          </p:cNvPr>
          <p:cNvSpPr/>
          <p:nvPr/>
        </p:nvSpPr>
        <p:spPr>
          <a:xfrm>
            <a:off x="3414319" y="58723"/>
            <a:ext cx="8702180" cy="7633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8FFBD0-D797-476F-BB4D-BBF07A4C8B84}"/>
              </a:ext>
            </a:extLst>
          </p:cNvPr>
          <p:cNvSpPr/>
          <p:nvPr/>
        </p:nvSpPr>
        <p:spPr>
          <a:xfrm>
            <a:off x="58724" y="920691"/>
            <a:ext cx="3414319" cy="7633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First Call to Troubleshoot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1CDF5D-1874-4856-A222-ED67B76A1D0C}"/>
              </a:ext>
            </a:extLst>
          </p:cNvPr>
          <p:cNvSpPr/>
          <p:nvPr/>
        </p:nvSpPr>
        <p:spPr>
          <a:xfrm>
            <a:off x="58723" y="2567729"/>
            <a:ext cx="3414319" cy="7633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Follow up call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8D7B5B-372F-4C3E-A282-CA0B1CFD2B26}"/>
              </a:ext>
            </a:extLst>
          </p:cNvPr>
          <p:cNvSpPr/>
          <p:nvPr/>
        </p:nvSpPr>
        <p:spPr>
          <a:xfrm>
            <a:off x="58723" y="1744210"/>
            <a:ext cx="3414319" cy="7633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the First Call to Troubleshoot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817E0F-C29F-4B5E-A931-B91134E2A89D}"/>
              </a:ext>
            </a:extLst>
          </p:cNvPr>
          <p:cNvSpPr/>
          <p:nvPr/>
        </p:nvSpPr>
        <p:spPr>
          <a:xfrm>
            <a:off x="58723" y="3395445"/>
            <a:ext cx="3414319" cy="7633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Email Templates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434F04-29FA-4AA9-B8DE-ADB0B04ACD27}"/>
              </a:ext>
            </a:extLst>
          </p:cNvPr>
          <p:cNvSpPr/>
          <p:nvPr/>
        </p:nvSpPr>
        <p:spPr>
          <a:xfrm>
            <a:off x="55927" y="5898159"/>
            <a:ext cx="3414319" cy="7633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Closing the Case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41BE79-52EA-46A9-A484-FDB8C3800077}"/>
              </a:ext>
            </a:extLst>
          </p:cNvPr>
          <p:cNvSpPr/>
          <p:nvPr/>
        </p:nvSpPr>
        <p:spPr>
          <a:xfrm>
            <a:off x="58722" y="4223161"/>
            <a:ext cx="3414319" cy="7633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Sending a task to ABESC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1C8B4A-0500-4A73-BDD4-1EB7DFF2F7B6}"/>
              </a:ext>
            </a:extLst>
          </p:cNvPr>
          <p:cNvSpPr/>
          <p:nvPr/>
        </p:nvSpPr>
        <p:spPr>
          <a:xfrm>
            <a:off x="55927" y="5055069"/>
            <a:ext cx="3414319" cy="7633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Update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27F8E5-A52C-4D4F-B05D-C15832393F16}"/>
              </a:ext>
            </a:extLst>
          </p:cNvPr>
          <p:cNvSpPr/>
          <p:nvPr/>
        </p:nvSpPr>
        <p:spPr>
          <a:xfrm>
            <a:off x="4075651" y="142613"/>
            <a:ext cx="1771476" cy="578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Workflows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A448C4-59EF-4BC7-B0EB-DE92C3C9563E}"/>
              </a:ext>
            </a:extLst>
          </p:cNvPr>
          <p:cNvSpPr/>
          <p:nvPr/>
        </p:nvSpPr>
        <p:spPr>
          <a:xfrm>
            <a:off x="5999527" y="142613"/>
            <a:ext cx="1771476" cy="578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Edge TSG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B01139-FCA5-4829-9CB0-A644F7948B97}"/>
              </a:ext>
            </a:extLst>
          </p:cNvPr>
          <p:cNvSpPr/>
          <p:nvPr/>
        </p:nvSpPr>
        <p:spPr>
          <a:xfrm>
            <a:off x="3559727" y="923138"/>
            <a:ext cx="3414319" cy="7633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Logs Collection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7B7E93-552A-47B7-B5B9-5344AB798E05}"/>
              </a:ext>
            </a:extLst>
          </p:cNvPr>
          <p:cNvSpPr/>
          <p:nvPr/>
        </p:nvSpPr>
        <p:spPr>
          <a:xfrm>
            <a:off x="7923403" y="142613"/>
            <a:ext cx="1771476" cy="578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Edge DevOps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A2979E-BB5D-4DE3-A987-C5A5F492CB82}"/>
              </a:ext>
            </a:extLst>
          </p:cNvPr>
          <p:cNvSpPr/>
          <p:nvPr/>
        </p:nvSpPr>
        <p:spPr>
          <a:xfrm>
            <a:off x="9847279" y="123737"/>
            <a:ext cx="1771476" cy="578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Edge DevOps</a:t>
            </a:r>
          </a:p>
        </p:txBody>
      </p:sp>
    </p:spTree>
    <p:extLst>
      <p:ext uri="{BB962C8B-B14F-4D97-AF65-F5344CB8AC3E}">
        <p14:creationId xmlns:p14="http://schemas.microsoft.com/office/powerpoint/2010/main" val="1857964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Sequential Access Storage 5">
            <a:extLst>
              <a:ext uri="{FF2B5EF4-FFF2-40B4-BE49-F238E27FC236}">
                <a16:creationId xmlns:a16="http://schemas.microsoft.com/office/drawing/2014/main" id="{EE332F7B-0197-4CCF-83DB-CA6EEC647721}"/>
              </a:ext>
            </a:extLst>
          </p:cNvPr>
          <p:cNvSpPr/>
          <p:nvPr/>
        </p:nvSpPr>
        <p:spPr>
          <a:xfrm flipH="1">
            <a:off x="1502804" y="182772"/>
            <a:ext cx="1398440" cy="722489"/>
          </a:xfrm>
          <a:prstGeom prst="flowChartMagnetic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What would you like to choose?</a:t>
            </a:r>
          </a:p>
        </p:txBody>
      </p:sp>
      <p:pic>
        <p:nvPicPr>
          <p:cNvPr id="8" name="Picture 7" descr="Business woman raising hand">
            <a:extLst>
              <a:ext uri="{FF2B5EF4-FFF2-40B4-BE49-F238E27FC236}">
                <a16:creationId xmlns:a16="http://schemas.microsoft.com/office/drawing/2014/main" id="{181F2D04-72F6-47A5-BDEE-69DF5246D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46" y="170408"/>
            <a:ext cx="2814222" cy="579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434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F111BF-5CC3-4FAF-A684-61F471A16409}"/>
              </a:ext>
            </a:extLst>
          </p:cNvPr>
          <p:cNvSpPr/>
          <p:nvPr/>
        </p:nvSpPr>
        <p:spPr>
          <a:xfrm>
            <a:off x="2422227" y="3270378"/>
            <a:ext cx="2090057" cy="3172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Berlin Sans FB Demi" panose="020E0802020502020306" pitchFamily="34" charset="0"/>
              </a:rPr>
              <a:t>NO</a:t>
            </a:r>
            <a:r>
              <a:rPr 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Berlin Sans FB Demi" panose="020E0802020502020306" pitchFamily="34" charset="0"/>
              </a:rPr>
              <a:t>TE</a:t>
            </a: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erlin Sans FB Demi" panose="020E0802020502020306" pitchFamily="34" charset="0"/>
              </a:rPr>
              <a:t>ST</a:t>
            </a:r>
            <a:r>
              <a:rPr 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AK</a:t>
            </a:r>
            <a:r>
              <a:rPr lang="en-US" sz="2400" dirty="0">
                <a:solidFill>
                  <a:schemeClr val="accent6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EN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BCD649-2BB6-03E4-00EF-FDD2D320D03C}"/>
              </a:ext>
            </a:extLst>
          </p:cNvPr>
          <p:cNvSpPr/>
          <p:nvPr/>
        </p:nvSpPr>
        <p:spPr>
          <a:xfrm>
            <a:off x="4647843" y="3270379"/>
            <a:ext cx="2090057" cy="317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Berlin Sans FB Demi" panose="020E0802020502020306" pitchFamily="34" charset="0"/>
              </a:rPr>
              <a:t>NO</a:t>
            </a:r>
            <a:r>
              <a:rPr 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Berlin Sans FB Demi" panose="020E0802020502020306" pitchFamily="34" charset="0"/>
              </a:rPr>
              <a:t>TE</a:t>
            </a: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erlin Sans FB Demi" panose="020E0802020502020306" pitchFamily="34" charset="0"/>
              </a:rPr>
              <a:t>ST</a:t>
            </a:r>
            <a:r>
              <a:rPr 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AK</a:t>
            </a:r>
            <a:r>
              <a:rPr lang="en-US" sz="2400" dirty="0">
                <a:solidFill>
                  <a:schemeClr val="accent6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EN</a:t>
            </a:r>
          </a:p>
        </p:txBody>
      </p:sp>
    </p:spTree>
    <p:extLst>
      <p:ext uri="{BB962C8B-B14F-4D97-AF65-F5344CB8AC3E}">
        <p14:creationId xmlns:p14="http://schemas.microsoft.com/office/powerpoint/2010/main" val="2977030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325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D482A4-29AB-469D-B739-50401366CCB2}"/>
              </a:ext>
            </a:extLst>
          </p:cNvPr>
          <p:cNvSpPr txBox="1"/>
          <p:nvPr/>
        </p:nvSpPr>
        <p:spPr>
          <a:xfrm>
            <a:off x="457201" y="2006082"/>
            <a:ext cx="1147665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0" i="0" dirty="0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All characters appearing in this work are fictitious. </a:t>
            </a:r>
          </a:p>
          <a:p>
            <a:pPr algn="ctr"/>
            <a:endParaRPr lang="en-US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en-US" sz="3200" b="0" i="0" dirty="0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Any resemblance should be considered as purely coincidental.</a:t>
            </a:r>
            <a:endParaRPr lang="en-US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02600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Video 4" title="Floating Numbers And Letters On Top Of A Book">
            <a:hlinkClick r:id="" action="ppaction://media"/>
            <a:extLst>
              <a:ext uri="{FF2B5EF4-FFF2-40B4-BE49-F238E27FC236}">
                <a16:creationId xmlns:a16="http://schemas.microsoft.com/office/drawing/2014/main" id="{BE2E900C-B81A-4673-AC42-289A5C494B9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262770-C6EC-4A80-8F8B-34A1FBA3E9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695" y="1226519"/>
            <a:ext cx="889724" cy="9526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89EB25-A569-45C9-A55D-DFCE7FBD2B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4419" y="1809389"/>
            <a:ext cx="771633" cy="9812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0AB9528-43D7-4FE5-A018-021D175D8386}"/>
              </a:ext>
            </a:extLst>
          </p:cNvPr>
          <p:cNvSpPr txBox="1"/>
          <p:nvPr/>
        </p:nvSpPr>
        <p:spPr>
          <a:xfrm>
            <a:off x="2086052" y="2542474"/>
            <a:ext cx="1824794" cy="83099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Films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29E923-C1C9-4BF4-8451-8AB69F818006}"/>
              </a:ext>
            </a:extLst>
          </p:cNvPr>
          <p:cNvSpPr txBox="1"/>
          <p:nvPr/>
        </p:nvSpPr>
        <p:spPr>
          <a:xfrm>
            <a:off x="2095384" y="3410795"/>
            <a:ext cx="1824794" cy="4616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Presents…</a:t>
            </a:r>
          </a:p>
        </p:txBody>
      </p:sp>
    </p:spTree>
    <p:extLst>
      <p:ext uri="{BB962C8B-B14F-4D97-AF65-F5344CB8AC3E}">
        <p14:creationId xmlns:p14="http://schemas.microsoft.com/office/powerpoint/2010/main" val="91318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30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5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CAB50C-D138-4CF7-AF2F-7D63C0C38DC8}"/>
              </a:ext>
            </a:extLst>
          </p:cNvPr>
          <p:cNvSpPr txBox="1"/>
          <p:nvPr/>
        </p:nvSpPr>
        <p:spPr>
          <a:xfrm>
            <a:off x="357673" y="2743200"/>
            <a:ext cx="114766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0" i="0" dirty="0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Sheldon and His Eureka</a:t>
            </a:r>
            <a:endParaRPr lang="en-US" sz="6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865126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61006D-1B98-4169-9E92-E4A855EED4FF}"/>
              </a:ext>
            </a:extLst>
          </p:cNvPr>
          <p:cNvSpPr/>
          <p:nvPr/>
        </p:nvSpPr>
        <p:spPr>
          <a:xfrm>
            <a:off x="0" y="4666083"/>
            <a:ext cx="4012147" cy="21919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6E7929-3299-4C2A-966B-65D66E279176}"/>
              </a:ext>
            </a:extLst>
          </p:cNvPr>
          <p:cNvSpPr/>
          <p:nvPr/>
        </p:nvSpPr>
        <p:spPr>
          <a:xfrm>
            <a:off x="0" y="0"/>
            <a:ext cx="4012147" cy="21919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2D4A4D-07E0-49A4-8978-12B0007FB8E1}"/>
              </a:ext>
            </a:extLst>
          </p:cNvPr>
          <p:cNvSpPr/>
          <p:nvPr/>
        </p:nvSpPr>
        <p:spPr>
          <a:xfrm>
            <a:off x="8179853" y="0"/>
            <a:ext cx="4012147" cy="21919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2DDDAB-5C97-4636-9531-F386334705A3}"/>
              </a:ext>
            </a:extLst>
          </p:cNvPr>
          <p:cNvSpPr/>
          <p:nvPr/>
        </p:nvSpPr>
        <p:spPr>
          <a:xfrm>
            <a:off x="4089926" y="0"/>
            <a:ext cx="4012147" cy="21919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D2F551-C533-4E85-A732-9FE8579985CB}"/>
              </a:ext>
            </a:extLst>
          </p:cNvPr>
          <p:cNvSpPr/>
          <p:nvPr/>
        </p:nvSpPr>
        <p:spPr>
          <a:xfrm>
            <a:off x="0" y="2267339"/>
            <a:ext cx="4012147" cy="2313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F2351C-5D04-43B2-87C5-88BE5843820E}"/>
              </a:ext>
            </a:extLst>
          </p:cNvPr>
          <p:cNvSpPr/>
          <p:nvPr/>
        </p:nvSpPr>
        <p:spPr>
          <a:xfrm>
            <a:off x="4089926" y="2333041"/>
            <a:ext cx="8102074" cy="45249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Let’s Meet Sheldon </a:t>
            </a:r>
          </a:p>
          <a:p>
            <a:pPr algn="ctr"/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(Not Cooper)</a:t>
            </a:r>
          </a:p>
        </p:txBody>
      </p:sp>
      <p:pic>
        <p:nvPicPr>
          <p:cNvPr id="10" name="Graphic 9" descr="Man with solid fill">
            <a:extLst>
              <a:ext uri="{FF2B5EF4-FFF2-40B4-BE49-F238E27FC236}">
                <a16:creationId xmlns:a16="http://schemas.microsoft.com/office/drawing/2014/main" id="{46A458FE-C338-4198-B86F-9F3337D6D8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9242" y="4930536"/>
            <a:ext cx="1582664" cy="1582664"/>
          </a:xfrm>
          <a:prstGeom prst="rect">
            <a:avLst/>
          </a:prstGeom>
        </p:spPr>
      </p:pic>
      <p:pic>
        <p:nvPicPr>
          <p:cNvPr id="11" name="Graphic 10" descr="Cricket with solid fill">
            <a:extLst>
              <a:ext uri="{FF2B5EF4-FFF2-40B4-BE49-F238E27FC236}">
                <a16:creationId xmlns:a16="http://schemas.microsoft.com/office/drawing/2014/main" id="{C1B21087-8563-4B37-825B-6A8E3AF7F2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7684" y="346167"/>
            <a:ext cx="1588946" cy="1588946"/>
          </a:xfrm>
          <a:prstGeom prst="rect">
            <a:avLst/>
          </a:prstGeom>
        </p:spPr>
      </p:pic>
      <p:pic>
        <p:nvPicPr>
          <p:cNvPr id="12" name="Graphic 11" descr="Cycling with solid fill">
            <a:extLst>
              <a:ext uri="{FF2B5EF4-FFF2-40B4-BE49-F238E27FC236}">
                <a16:creationId xmlns:a16="http://schemas.microsoft.com/office/drawing/2014/main" id="{048227C1-BFEE-481C-987E-BF16A12085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752" y="346167"/>
            <a:ext cx="1547944" cy="1547944"/>
          </a:xfrm>
          <a:prstGeom prst="rect">
            <a:avLst/>
          </a:prstGeom>
        </p:spPr>
      </p:pic>
      <p:pic>
        <p:nvPicPr>
          <p:cNvPr id="13" name="Graphic 12" descr="Call center with solid fill">
            <a:extLst>
              <a:ext uri="{FF2B5EF4-FFF2-40B4-BE49-F238E27FC236}">
                <a16:creationId xmlns:a16="http://schemas.microsoft.com/office/drawing/2014/main" id="{807DA633-850A-4B6E-9964-1C58AA49B2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26881" y="346167"/>
            <a:ext cx="1547948" cy="1547948"/>
          </a:xfrm>
          <a:prstGeom prst="rect">
            <a:avLst/>
          </a:prstGeom>
        </p:spPr>
      </p:pic>
      <p:pic>
        <p:nvPicPr>
          <p:cNvPr id="14" name="Graphic 13" descr="Tennis with solid fill">
            <a:extLst>
              <a:ext uri="{FF2B5EF4-FFF2-40B4-BE49-F238E27FC236}">
                <a16:creationId xmlns:a16="http://schemas.microsoft.com/office/drawing/2014/main" id="{3A1CBFDD-31C4-4ACC-8C9C-629B93E01F4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37689" y="2639045"/>
            <a:ext cx="1588934" cy="158893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533E129-3576-4BBF-9183-21624B7B5D9A}"/>
              </a:ext>
            </a:extLst>
          </p:cNvPr>
          <p:cNvSpPr txBox="1"/>
          <p:nvPr/>
        </p:nvSpPr>
        <p:spPr>
          <a:xfrm>
            <a:off x="0" y="6549135"/>
            <a:ext cx="40611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This is Sheldon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20D738-223C-4139-91A6-6450CE7B4921}"/>
              </a:ext>
            </a:extLst>
          </p:cNvPr>
          <p:cNvSpPr txBox="1"/>
          <p:nvPr/>
        </p:nvSpPr>
        <p:spPr>
          <a:xfrm>
            <a:off x="0" y="4210826"/>
            <a:ext cx="40611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He likes to play Lawn Tennis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EF45D8A-621D-46BB-8354-48557E2193A6}"/>
              </a:ext>
            </a:extLst>
          </p:cNvPr>
          <p:cNvCxnSpPr>
            <a:cxnSpLocks/>
          </p:cNvCxnSpPr>
          <p:nvPr/>
        </p:nvCxnSpPr>
        <p:spPr>
          <a:xfrm>
            <a:off x="5924938" y="5346441"/>
            <a:ext cx="467463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0FFFE84-A58D-4D65-A94F-E4301954CB7B}"/>
              </a:ext>
            </a:extLst>
          </p:cNvPr>
          <p:cNvSpPr txBox="1"/>
          <p:nvPr/>
        </p:nvSpPr>
        <p:spPr>
          <a:xfrm>
            <a:off x="0" y="1862083"/>
            <a:ext cx="40611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He is good at Cricket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A99038-3A0D-46D3-972B-FE65696DF8AA}"/>
              </a:ext>
            </a:extLst>
          </p:cNvPr>
          <p:cNvSpPr txBox="1"/>
          <p:nvPr/>
        </p:nvSpPr>
        <p:spPr>
          <a:xfrm>
            <a:off x="4040936" y="1883620"/>
            <a:ext cx="40611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Cycling is his fitness mantra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031666-F1B7-41E2-8115-90EDD06B87A2}"/>
              </a:ext>
            </a:extLst>
          </p:cNvPr>
          <p:cNvSpPr txBox="1"/>
          <p:nvPr/>
        </p:nvSpPr>
        <p:spPr>
          <a:xfrm>
            <a:off x="8111404" y="1884780"/>
            <a:ext cx="40611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And he is a Support Engineer</a:t>
            </a:r>
          </a:p>
        </p:txBody>
      </p:sp>
    </p:spTree>
    <p:extLst>
      <p:ext uri="{BB962C8B-B14F-4D97-AF65-F5344CB8AC3E}">
        <p14:creationId xmlns:p14="http://schemas.microsoft.com/office/powerpoint/2010/main" val="336380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/>
      <p:bldP spid="15" grpId="0"/>
      <p:bldP spid="16" grpId="0"/>
      <p:bldP spid="20" grpId="0"/>
      <p:bldP spid="21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pinning Plates with solid fill">
            <a:extLst>
              <a:ext uri="{FF2B5EF4-FFF2-40B4-BE49-F238E27FC236}">
                <a16:creationId xmlns:a16="http://schemas.microsoft.com/office/drawing/2014/main" id="{639CFE32-D15A-4A23-A39C-0E3AA8F01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0042" y="979715"/>
            <a:ext cx="4376056" cy="4376056"/>
          </a:xfrm>
          <a:prstGeom prst="rect">
            <a:avLst/>
          </a:prstGeom>
        </p:spPr>
      </p:pic>
      <p:pic>
        <p:nvPicPr>
          <p:cNvPr id="9" name="Graphic 8" descr="Skate with solid fill">
            <a:extLst>
              <a:ext uri="{FF2B5EF4-FFF2-40B4-BE49-F238E27FC236}">
                <a16:creationId xmlns:a16="http://schemas.microsoft.com/office/drawing/2014/main" id="{C2592B0E-300A-4CBF-AA64-5126420EDA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9156442" y="4814596"/>
            <a:ext cx="833027" cy="9004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4E17E4-D6D8-4704-9E87-7CB8EB923B69}"/>
              </a:ext>
            </a:extLst>
          </p:cNvPr>
          <p:cNvSpPr txBox="1"/>
          <p:nvPr/>
        </p:nvSpPr>
        <p:spPr>
          <a:xfrm rot="21207388">
            <a:off x="7258962" y="1096368"/>
            <a:ext cx="20807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Case</a:t>
            </a:r>
          </a:p>
          <a:p>
            <a:pPr algn="ctr"/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Documentation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D8F42D-5C9F-49FD-91A4-77A19D76E1DC}"/>
              </a:ext>
            </a:extLst>
          </p:cNvPr>
          <p:cNvSpPr txBox="1"/>
          <p:nvPr/>
        </p:nvSpPr>
        <p:spPr>
          <a:xfrm rot="1200265">
            <a:off x="10168392" y="809833"/>
            <a:ext cx="1210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Links For Resources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BDF0A5-6970-4A8D-88FF-00CE3FDA09D1}"/>
              </a:ext>
            </a:extLst>
          </p:cNvPr>
          <p:cNvSpPr txBox="1"/>
          <p:nvPr/>
        </p:nvSpPr>
        <p:spPr>
          <a:xfrm rot="20132287">
            <a:off x="10347259" y="2024062"/>
            <a:ext cx="12101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Steps To Collect Logs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761AFD-9B6B-4B45-8D2B-3EBC874C98B3}"/>
              </a:ext>
            </a:extLst>
          </p:cNvPr>
          <p:cNvSpPr txBox="1"/>
          <p:nvPr/>
        </p:nvSpPr>
        <p:spPr>
          <a:xfrm>
            <a:off x="8836045" y="5632678"/>
            <a:ext cx="14738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Emails to Customers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EFFC7B-D054-4917-88D6-92550621227B}"/>
              </a:ext>
            </a:extLst>
          </p:cNvPr>
          <p:cNvSpPr txBox="1"/>
          <p:nvPr/>
        </p:nvSpPr>
        <p:spPr>
          <a:xfrm>
            <a:off x="858053" y="2423710"/>
            <a:ext cx="55579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Sheldon at his work, multitasks in his daily routine </a:t>
            </a:r>
          </a:p>
        </p:txBody>
      </p:sp>
    </p:spTree>
    <p:extLst>
      <p:ext uri="{BB962C8B-B14F-4D97-AF65-F5344CB8AC3E}">
        <p14:creationId xmlns:p14="http://schemas.microsoft.com/office/powerpoint/2010/main" val="116296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5EFFC7B-D054-4917-88D6-92550621227B}"/>
              </a:ext>
            </a:extLst>
          </p:cNvPr>
          <p:cNvSpPr txBox="1"/>
          <p:nvPr/>
        </p:nvSpPr>
        <p:spPr>
          <a:xfrm>
            <a:off x="792739" y="2619653"/>
            <a:ext cx="55579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Though he always had one question.</a:t>
            </a:r>
          </a:p>
        </p:txBody>
      </p:sp>
      <p:pic>
        <p:nvPicPr>
          <p:cNvPr id="3" name="Graphic 2" descr="Confused person with solid fill">
            <a:extLst>
              <a:ext uri="{FF2B5EF4-FFF2-40B4-BE49-F238E27FC236}">
                <a16:creationId xmlns:a16="http://schemas.microsoft.com/office/drawing/2014/main" id="{6F84EF0B-38DF-429F-A3C9-B07202466D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91739" y="1597090"/>
            <a:ext cx="4337180" cy="4337180"/>
          </a:xfrm>
          <a:prstGeom prst="rect">
            <a:avLst/>
          </a:prstGeom>
        </p:spPr>
      </p:pic>
      <p:sp>
        <p:nvSpPr>
          <p:cNvPr id="5" name="Thought Bubble: Cloud 4">
            <a:extLst>
              <a:ext uri="{FF2B5EF4-FFF2-40B4-BE49-F238E27FC236}">
                <a16:creationId xmlns:a16="http://schemas.microsoft.com/office/drawing/2014/main" id="{6F685946-7793-418A-ABBD-FFCA3EEC07AD}"/>
              </a:ext>
            </a:extLst>
          </p:cNvPr>
          <p:cNvSpPr/>
          <p:nvPr/>
        </p:nvSpPr>
        <p:spPr>
          <a:xfrm>
            <a:off x="9144000" y="102637"/>
            <a:ext cx="2920482" cy="1894114"/>
          </a:xfrm>
          <a:prstGeom prst="cloudCallou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744029-AA8B-4C96-94F2-E964AC16DBA3}"/>
              </a:ext>
            </a:extLst>
          </p:cNvPr>
          <p:cNvSpPr txBox="1"/>
          <p:nvPr/>
        </p:nvSpPr>
        <p:spPr>
          <a:xfrm>
            <a:off x="9450744" y="588029"/>
            <a:ext cx="23069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Why can’t we have all the resources at one place?</a:t>
            </a:r>
          </a:p>
        </p:txBody>
      </p:sp>
    </p:spTree>
    <p:extLst>
      <p:ext uri="{BB962C8B-B14F-4D97-AF65-F5344CB8AC3E}">
        <p14:creationId xmlns:p14="http://schemas.microsoft.com/office/powerpoint/2010/main" val="399321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 animBg="1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5EFFC7B-D054-4917-88D6-92550621227B}"/>
              </a:ext>
            </a:extLst>
          </p:cNvPr>
          <p:cNvSpPr txBox="1"/>
          <p:nvPr/>
        </p:nvSpPr>
        <p:spPr>
          <a:xfrm>
            <a:off x="863081" y="1996751"/>
            <a:ext cx="55579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He was on call with a customer, and something happened that he didn’t like.</a:t>
            </a:r>
          </a:p>
        </p:txBody>
      </p:sp>
      <p:pic>
        <p:nvPicPr>
          <p:cNvPr id="3" name="Graphic 2" descr="Confused person with solid fill">
            <a:extLst>
              <a:ext uri="{FF2B5EF4-FFF2-40B4-BE49-F238E27FC236}">
                <a16:creationId xmlns:a16="http://schemas.microsoft.com/office/drawing/2014/main" id="{6F84EF0B-38DF-429F-A3C9-B07202466D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91739" y="1597090"/>
            <a:ext cx="4337180" cy="4337180"/>
          </a:xfrm>
          <a:prstGeom prst="rect">
            <a:avLst/>
          </a:prstGeom>
        </p:spPr>
      </p:pic>
      <p:sp>
        <p:nvSpPr>
          <p:cNvPr id="5" name="Thought Bubble: Cloud 4">
            <a:extLst>
              <a:ext uri="{FF2B5EF4-FFF2-40B4-BE49-F238E27FC236}">
                <a16:creationId xmlns:a16="http://schemas.microsoft.com/office/drawing/2014/main" id="{6F685946-7793-418A-ABBD-FFCA3EEC07AD}"/>
              </a:ext>
            </a:extLst>
          </p:cNvPr>
          <p:cNvSpPr/>
          <p:nvPr/>
        </p:nvSpPr>
        <p:spPr>
          <a:xfrm>
            <a:off x="9144000" y="102637"/>
            <a:ext cx="2920482" cy="1894114"/>
          </a:xfrm>
          <a:prstGeom prst="cloudCallou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744029-AA8B-4C96-94F2-E964AC16DBA3}"/>
              </a:ext>
            </a:extLst>
          </p:cNvPr>
          <p:cNvSpPr txBox="1"/>
          <p:nvPr/>
        </p:nvSpPr>
        <p:spPr>
          <a:xfrm>
            <a:off x="9215534" y="422445"/>
            <a:ext cx="27587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I am on a call with customer and forgot where I had stored the steps to collect Fiddler.</a:t>
            </a:r>
          </a:p>
        </p:txBody>
      </p:sp>
    </p:spTree>
    <p:extLst>
      <p:ext uri="{BB962C8B-B14F-4D97-AF65-F5344CB8AC3E}">
        <p14:creationId xmlns:p14="http://schemas.microsoft.com/office/powerpoint/2010/main" val="323355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 animBg="1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Confused person with solid fill">
            <a:extLst>
              <a:ext uri="{FF2B5EF4-FFF2-40B4-BE49-F238E27FC236}">
                <a16:creationId xmlns:a16="http://schemas.microsoft.com/office/drawing/2014/main" id="{6F84EF0B-38DF-429F-A3C9-B07202466D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9616" y="422445"/>
            <a:ext cx="6355234" cy="6355234"/>
          </a:xfrm>
          <a:prstGeom prst="rect">
            <a:avLst/>
          </a:prstGeom>
        </p:spPr>
      </p:pic>
      <p:sp>
        <p:nvSpPr>
          <p:cNvPr id="7" name="Thought Bubble: Cloud 6">
            <a:extLst>
              <a:ext uri="{FF2B5EF4-FFF2-40B4-BE49-F238E27FC236}">
                <a16:creationId xmlns:a16="http://schemas.microsoft.com/office/drawing/2014/main" id="{C7C8D712-7F63-41D7-8CE9-1B7625A05F6D}"/>
              </a:ext>
            </a:extLst>
          </p:cNvPr>
          <p:cNvSpPr/>
          <p:nvPr/>
        </p:nvSpPr>
        <p:spPr>
          <a:xfrm>
            <a:off x="3956180" y="0"/>
            <a:ext cx="5103845" cy="2537926"/>
          </a:xfrm>
          <a:prstGeom prst="cloudCallou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32DC6-9B88-4261-98CA-5B76F0AF163F}"/>
              </a:ext>
            </a:extLst>
          </p:cNvPr>
          <p:cNvSpPr txBox="1"/>
          <p:nvPr/>
        </p:nvSpPr>
        <p:spPr>
          <a:xfrm>
            <a:off x="4721571" y="485391"/>
            <a:ext cx="40317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Why can’t we have all the resources at one place?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99CF41-05AA-42CC-AD55-B839C7CA3993}"/>
              </a:ext>
            </a:extLst>
          </p:cNvPr>
          <p:cNvSpPr txBox="1"/>
          <p:nvPr/>
        </p:nvSpPr>
        <p:spPr>
          <a:xfrm>
            <a:off x="6225618" y="2888087"/>
            <a:ext cx="555798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Everyday he would start his work and the same question will come to his mind. </a:t>
            </a:r>
          </a:p>
          <a:p>
            <a:pPr algn="ctr"/>
            <a:endParaRPr lang="en-US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The question was growing bigger day by day. </a:t>
            </a:r>
          </a:p>
        </p:txBody>
      </p:sp>
    </p:spTree>
    <p:extLst>
      <p:ext uri="{BB962C8B-B14F-4D97-AF65-F5344CB8AC3E}">
        <p14:creationId xmlns:p14="http://schemas.microsoft.com/office/powerpoint/2010/main" val="2502252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Confused person with solid fill">
            <a:extLst>
              <a:ext uri="{FF2B5EF4-FFF2-40B4-BE49-F238E27FC236}">
                <a16:creationId xmlns:a16="http://schemas.microsoft.com/office/drawing/2014/main" id="{6F84EF0B-38DF-429F-A3C9-B07202466D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86066" y="1139889"/>
            <a:ext cx="4337180" cy="43371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C6CB59-E9AB-4083-B223-FBB4347F8C9A}"/>
              </a:ext>
            </a:extLst>
          </p:cNvPr>
          <p:cNvSpPr txBox="1"/>
          <p:nvPr/>
        </p:nvSpPr>
        <p:spPr>
          <a:xfrm>
            <a:off x="4601159" y="818609"/>
            <a:ext cx="2306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Why?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A03561C-507E-4FB5-B077-CC5DA3032298}"/>
              </a:ext>
            </a:extLst>
          </p:cNvPr>
          <p:cNvSpPr txBox="1"/>
          <p:nvPr/>
        </p:nvSpPr>
        <p:spPr>
          <a:xfrm>
            <a:off x="5481347" y="1339944"/>
            <a:ext cx="2306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Why?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1AD393-4444-426D-9841-6B2D69E7DD18}"/>
              </a:ext>
            </a:extLst>
          </p:cNvPr>
          <p:cNvSpPr txBox="1"/>
          <p:nvPr/>
        </p:nvSpPr>
        <p:spPr>
          <a:xfrm>
            <a:off x="3758294" y="1339944"/>
            <a:ext cx="2306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Why?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710C90-8714-4360-B196-47350F82787F}"/>
              </a:ext>
            </a:extLst>
          </p:cNvPr>
          <p:cNvSpPr txBox="1"/>
          <p:nvPr/>
        </p:nvSpPr>
        <p:spPr>
          <a:xfrm>
            <a:off x="5888784" y="2361573"/>
            <a:ext cx="2306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Why?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EEDBBF-BEE5-4D0D-80E6-969797994E91}"/>
              </a:ext>
            </a:extLst>
          </p:cNvPr>
          <p:cNvSpPr txBox="1"/>
          <p:nvPr/>
        </p:nvSpPr>
        <p:spPr>
          <a:xfrm>
            <a:off x="3412674" y="2375747"/>
            <a:ext cx="2306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Why?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5F4DE0-0663-416E-9A74-D667F09D4D2C}"/>
              </a:ext>
            </a:extLst>
          </p:cNvPr>
          <p:cNvSpPr txBox="1"/>
          <p:nvPr/>
        </p:nvSpPr>
        <p:spPr>
          <a:xfrm>
            <a:off x="4327850" y="5277014"/>
            <a:ext cx="2306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Why?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CEE062-D872-4CFB-87CA-FDB7FDA68342}"/>
              </a:ext>
            </a:extLst>
          </p:cNvPr>
          <p:cNvSpPr txBox="1"/>
          <p:nvPr/>
        </p:nvSpPr>
        <p:spPr>
          <a:xfrm>
            <a:off x="5069634" y="5291188"/>
            <a:ext cx="2306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Why?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8B3151-C13A-466E-99DE-FE31383C7172}"/>
              </a:ext>
            </a:extLst>
          </p:cNvPr>
          <p:cNvSpPr txBox="1"/>
          <p:nvPr/>
        </p:nvSpPr>
        <p:spPr>
          <a:xfrm>
            <a:off x="9511393" y="1325769"/>
            <a:ext cx="23069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Aharoni" panose="02010803020104030203" pitchFamily="2" charset="-79"/>
                <a:cs typeface="Aharoni" panose="02010803020104030203" pitchFamily="2" charset="-79"/>
              </a:rPr>
              <a:t>W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1DA66E-BAF2-4A55-9577-B70D085D9BDB}"/>
              </a:ext>
            </a:extLst>
          </p:cNvPr>
          <p:cNvSpPr txBox="1"/>
          <p:nvPr/>
        </p:nvSpPr>
        <p:spPr>
          <a:xfrm>
            <a:off x="9511392" y="2341432"/>
            <a:ext cx="23069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Aharoni" panose="02010803020104030203" pitchFamily="2" charset="-79"/>
                <a:cs typeface="Aharoni" panose="02010803020104030203" pitchFamily="2" charset="-79"/>
              </a:rPr>
              <a:t>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59EA90-F6F0-4CFE-B809-C2C4649D9AB9}"/>
              </a:ext>
            </a:extLst>
          </p:cNvPr>
          <p:cNvSpPr txBox="1"/>
          <p:nvPr/>
        </p:nvSpPr>
        <p:spPr>
          <a:xfrm>
            <a:off x="9548712" y="3308479"/>
            <a:ext cx="23069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Aharoni" panose="02010803020104030203" pitchFamily="2" charset="-79"/>
                <a:cs typeface="Aharoni" panose="02010803020104030203" pitchFamily="2" charset="-79"/>
              </a:rPr>
              <a:t>Y</a:t>
            </a:r>
          </a:p>
        </p:txBody>
      </p:sp>
      <p:pic>
        <p:nvPicPr>
          <p:cNvPr id="41" name="Graphic 40" descr="Question Mark with solid fill">
            <a:extLst>
              <a:ext uri="{FF2B5EF4-FFF2-40B4-BE49-F238E27FC236}">
                <a16:creationId xmlns:a16="http://schemas.microsoft.com/office/drawing/2014/main" id="{8EFB1C78-3D1B-4E36-84F9-B70008129C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07688" y="432414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1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5EFFC7B-D054-4917-88D6-92550621227B}"/>
              </a:ext>
            </a:extLst>
          </p:cNvPr>
          <p:cNvSpPr txBox="1"/>
          <p:nvPr/>
        </p:nvSpPr>
        <p:spPr>
          <a:xfrm>
            <a:off x="820731" y="2470364"/>
            <a:ext cx="55579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Troubled with the question, he started researching</a:t>
            </a:r>
          </a:p>
        </p:txBody>
      </p:sp>
      <p:pic>
        <p:nvPicPr>
          <p:cNvPr id="8" name="Graphic 7" descr="Chemistry lab">
            <a:extLst>
              <a:ext uri="{FF2B5EF4-FFF2-40B4-BE49-F238E27FC236}">
                <a16:creationId xmlns:a16="http://schemas.microsoft.com/office/drawing/2014/main" id="{275E608A-1C3C-4264-AA8A-007A0FA91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9789" y="714764"/>
            <a:ext cx="4952611" cy="495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805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5EFFC7B-D054-4917-88D6-92550621227B}"/>
              </a:ext>
            </a:extLst>
          </p:cNvPr>
          <p:cNvSpPr txBox="1"/>
          <p:nvPr/>
        </p:nvSpPr>
        <p:spPr>
          <a:xfrm>
            <a:off x="820731" y="2470364"/>
            <a:ext cx="55579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Eureka! </a:t>
            </a:r>
          </a:p>
          <a:p>
            <a:pPr algn="ctr"/>
            <a:endParaRPr lang="en-US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He got an idea. </a:t>
            </a:r>
          </a:p>
        </p:txBody>
      </p:sp>
      <p:pic>
        <p:nvPicPr>
          <p:cNvPr id="6" name="Graphic 5" descr="Lights On with solid fill">
            <a:extLst>
              <a:ext uri="{FF2B5EF4-FFF2-40B4-BE49-F238E27FC236}">
                <a16:creationId xmlns:a16="http://schemas.microsoft.com/office/drawing/2014/main" id="{45596632-10DE-4C8B-A919-0D2CB32D9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0634" y="1495426"/>
            <a:ext cx="326520" cy="326520"/>
          </a:xfrm>
          <a:prstGeom prst="rect">
            <a:avLst/>
          </a:prstGeom>
        </p:spPr>
      </p:pic>
      <p:pic>
        <p:nvPicPr>
          <p:cNvPr id="10" name="Graphic 9" descr="Lights On with solid fill">
            <a:extLst>
              <a:ext uri="{FF2B5EF4-FFF2-40B4-BE49-F238E27FC236}">
                <a16:creationId xmlns:a16="http://schemas.microsoft.com/office/drawing/2014/main" id="{8E9924E4-DD9A-49C2-A8A1-B5A31274D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78955">
            <a:off x="10094718" y="1656014"/>
            <a:ext cx="326520" cy="326520"/>
          </a:xfrm>
          <a:prstGeom prst="rect">
            <a:avLst/>
          </a:prstGeom>
        </p:spPr>
      </p:pic>
      <p:pic>
        <p:nvPicPr>
          <p:cNvPr id="13" name="Graphic 12" descr="Lights On with solid fill">
            <a:extLst>
              <a:ext uri="{FF2B5EF4-FFF2-40B4-BE49-F238E27FC236}">
                <a16:creationId xmlns:a16="http://schemas.microsoft.com/office/drawing/2014/main" id="{60F356A3-3875-4D18-8F82-73E6E527D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777621">
            <a:off x="9306635" y="1656100"/>
            <a:ext cx="326520" cy="326520"/>
          </a:xfrm>
          <a:prstGeom prst="rect">
            <a:avLst/>
          </a:prstGeom>
        </p:spPr>
      </p:pic>
      <p:pic>
        <p:nvPicPr>
          <p:cNvPr id="15" name="Graphic 14" descr="Man with solid fill">
            <a:extLst>
              <a:ext uri="{FF2B5EF4-FFF2-40B4-BE49-F238E27FC236}">
                <a16:creationId xmlns:a16="http://schemas.microsoft.com/office/drawing/2014/main" id="{95B04FB5-8E92-44A8-8E5A-B32F16D3C6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67070" y="1819274"/>
            <a:ext cx="3393647" cy="3393647"/>
          </a:xfrm>
          <a:prstGeom prst="rect">
            <a:avLst/>
          </a:prstGeom>
        </p:spPr>
      </p:pic>
      <p:pic>
        <p:nvPicPr>
          <p:cNvPr id="17" name="Graphic 16" descr="Lights On with solid fill">
            <a:extLst>
              <a:ext uri="{FF2B5EF4-FFF2-40B4-BE49-F238E27FC236}">
                <a16:creationId xmlns:a16="http://schemas.microsoft.com/office/drawing/2014/main" id="{9A2ECA68-13A7-43CE-ACE9-E4B974C55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0212576" y="2050098"/>
            <a:ext cx="326520" cy="326520"/>
          </a:xfrm>
          <a:prstGeom prst="rect">
            <a:avLst/>
          </a:prstGeom>
        </p:spPr>
      </p:pic>
      <p:pic>
        <p:nvPicPr>
          <p:cNvPr id="18" name="Graphic 17" descr="Lights On with solid fill">
            <a:extLst>
              <a:ext uri="{FF2B5EF4-FFF2-40B4-BE49-F238E27FC236}">
                <a16:creationId xmlns:a16="http://schemas.microsoft.com/office/drawing/2014/main" id="{076998EE-534D-40D5-9E93-968825CE0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9188862" y="2047427"/>
            <a:ext cx="326520" cy="326520"/>
          </a:xfrm>
          <a:prstGeom prst="rect">
            <a:avLst/>
          </a:prstGeom>
        </p:spPr>
      </p:pic>
      <p:pic>
        <p:nvPicPr>
          <p:cNvPr id="19" name="Graphic 18" descr="Lights On with solid fill">
            <a:extLst>
              <a:ext uri="{FF2B5EF4-FFF2-40B4-BE49-F238E27FC236}">
                <a16:creationId xmlns:a16="http://schemas.microsoft.com/office/drawing/2014/main" id="{8538B07F-30A5-46FF-8E94-9C56104A4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58034" y="76201"/>
            <a:ext cx="326520" cy="326520"/>
          </a:xfrm>
          <a:prstGeom prst="rect">
            <a:avLst/>
          </a:prstGeom>
        </p:spPr>
      </p:pic>
      <p:pic>
        <p:nvPicPr>
          <p:cNvPr id="20" name="Graphic 19" descr="Lights On with solid fill">
            <a:extLst>
              <a:ext uri="{FF2B5EF4-FFF2-40B4-BE49-F238E27FC236}">
                <a16:creationId xmlns:a16="http://schemas.microsoft.com/office/drawing/2014/main" id="{C14EBAB3-AFE4-4B94-9D83-6CE89F2E5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64888" y="6455279"/>
            <a:ext cx="326520" cy="326520"/>
          </a:xfrm>
          <a:prstGeom prst="rect">
            <a:avLst/>
          </a:prstGeom>
        </p:spPr>
      </p:pic>
      <p:pic>
        <p:nvPicPr>
          <p:cNvPr id="21" name="Graphic 20" descr="Lights On with solid fill">
            <a:extLst>
              <a:ext uri="{FF2B5EF4-FFF2-40B4-BE49-F238E27FC236}">
                <a16:creationId xmlns:a16="http://schemas.microsoft.com/office/drawing/2014/main" id="{66EAD07E-BC16-4550-90E7-C0F242061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92" y="6455279"/>
            <a:ext cx="326520" cy="326520"/>
          </a:xfrm>
          <a:prstGeom prst="rect">
            <a:avLst/>
          </a:prstGeom>
        </p:spPr>
      </p:pic>
      <p:pic>
        <p:nvPicPr>
          <p:cNvPr id="22" name="Graphic 21" descr="Lights On with solid fill">
            <a:extLst>
              <a:ext uri="{FF2B5EF4-FFF2-40B4-BE49-F238E27FC236}">
                <a16:creationId xmlns:a16="http://schemas.microsoft.com/office/drawing/2014/main" id="{F4FA452E-DFE1-48DC-8113-E78F6570E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92" y="76201"/>
            <a:ext cx="326520" cy="32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5EFFC7B-D054-4917-88D6-92550621227B}"/>
              </a:ext>
            </a:extLst>
          </p:cNvPr>
          <p:cNvSpPr txBox="1"/>
          <p:nvPr/>
        </p:nvSpPr>
        <p:spPr>
          <a:xfrm>
            <a:off x="973130" y="2165564"/>
            <a:ext cx="583914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Let me make a portal which would have all the resources a Support Engineer might need at one place. </a:t>
            </a:r>
          </a:p>
        </p:txBody>
      </p:sp>
      <p:pic>
        <p:nvPicPr>
          <p:cNvPr id="15" name="Graphic 14" descr="Man with solid fill">
            <a:extLst>
              <a:ext uri="{FF2B5EF4-FFF2-40B4-BE49-F238E27FC236}">
                <a16:creationId xmlns:a16="http://schemas.microsoft.com/office/drawing/2014/main" id="{95B04FB5-8E92-44A8-8E5A-B32F16D3C6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0345" y="1819274"/>
            <a:ext cx="3393647" cy="339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85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5EFFC7B-D054-4917-88D6-92550621227B}"/>
              </a:ext>
            </a:extLst>
          </p:cNvPr>
          <p:cNvSpPr txBox="1"/>
          <p:nvPr/>
        </p:nvSpPr>
        <p:spPr>
          <a:xfrm>
            <a:off x="973131" y="2165564"/>
            <a:ext cx="555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And Sheldon made… </a:t>
            </a:r>
          </a:p>
        </p:txBody>
      </p:sp>
      <p:pic>
        <p:nvPicPr>
          <p:cNvPr id="15" name="Graphic 14" descr="Man with solid fill">
            <a:extLst>
              <a:ext uri="{FF2B5EF4-FFF2-40B4-BE49-F238E27FC236}">
                <a16:creationId xmlns:a16="http://schemas.microsoft.com/office/drawing/2014/main" id="{95B04FB5-8E92-44A8-8E5A-B32F16D3C6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0345" y="1819274"/>
            <a:ext cx="3393647" cy="33936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FEEE74-E043-48F1-BBE4-C873E43EB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131" y="3070243"/>
            <a:ext cx="5644075" cy="142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175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5EFFC7B-D054-4917-88D6-92550621227B}"/>
              </a:ext>
            </a:extLst>
          </p:cNvPr>
          <p:cNvSpPr txBox="1"/>
          <p:nvPr/>
        </p:nvSpPr>
        <p:spPr>
          <a:xfrm>
            <a:off x="532515" y="1724004"/>
            <a:ext cx="555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Has got a lot of features:</a:t>
            </a:r>
          </a:p>
        </p:txBody>
      </p:sp>
      <p:pic>
        <p:nvPicPr>
          <p:cNvPr id="15" name="Graphic 14" descr="Man with solid fill">
            <a:extLst>
              <a:ext uri="{FF2B5EF4-FFF2-40B4-BE49-F238E27FC236}">
                <a16:creationId xmlns:a16="http://schemas.microsoft.com/office/drawing/2014/main" id="{95B04FB5-8E92-44A8-8E5A-B32F16D3C6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4107" y="1598473"/>
            <a:ext cx="3393647" cy="33936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DC4461-E6FE-450D-96A3-70CF70D89B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528" y="1307235"/>
            <a:ext cx="2086266" cy="3238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A2B217-B568-413E-9A7C-3A67DCD791F1}"/>
              </a:ext>
            </a:extLst>
          </p:cNvPr>
          <p:cNvSpPr txBox="1"/>
          <p:nvPr/>
        </p:nvSpPr>
        <p:spPr>
          <a:xfrm>
            <a:off x="972608" y="2308779"/>
            <a:ext cx="943277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  <a:cs typeface="Aharoni" panose="02010803020104030203" pitchFamily="2" charset="-79"/>
              </a:rPr>
              <a:t>Section to create structured case notes with an option to copy them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  <a:cs typeface="Aharoni" panose="02010803020104030203" pitchFamily="2" charset="-79"/>
              </a:rPr>
              <a:t>Variety of Email Templates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  <a:cs typeface="Aharoni" panose="02010803020104030203" pitchFamily="2" charset="-79"/>
              </a:rPr>
              <a:t>Steps to collect variety of logs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  <a:cs typeface="Aharoni" panose="02010803020104030203" pitchFamily="2" charset="-79"/>
              </a:rPr>
              <a:t>Links to different resources that are useful for a Support Engineer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  <a:cs typeface="Aharoni" panose="02010803020104030203" pitchFamily="2" charset="-79"/>
              </a:rPr>
              <a:t>Option to get the latest Business Impact Statement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  <a:cs typeface="Aharoni" panose="02010803020104030203" pitchFamily="2" charset="-79"/>
              </a:rPr>
              <a:t>Inbuilt Bing 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  <a:cs typeface="Aharoni" panose="02010803020104030203" pitchFamily="2" charset="-79"/>
              </a:rPr>
              <a:t>Case Summary Form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  <a:cs typeface="Aharoni" panose="02010803020104030203" pitchFamily="2" charset="-79"/>
              </a:rPr>
              <a:t>And many more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+mj-lt"/>
              <a:cs typeface="Aharoni" panose="02010803020104030203" pitchFamily="2" charset="-79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+mj-lt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7312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5EFFC7B-D054-4917-88D6-92550621227B}"/>
              </a:ext>
            </a:extLst>
          </p:cNvPr>
          <p:cNvSpPr txBox="1"/>
          <p:nvPr/>
        </p:nvSpPr>
        <p:spPr>
          <a:xfrm>
            <a:off x="4694559" y="2212509"/>
            <a:ext cx="555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I have bookmarked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DC4461-E6FE-450D-96A3-70CF70D89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416" y="2957662"/>
            <a:ext cx="2086266" cy="3238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B320DD-934E-49EF-8DA9-D3B8F64948F2}"/>
              </a:ext>
            </a:extLst>
          </p:cNvPr>
          <p:cNvSpPr txBox="1"/>
          <p:nvPr/>
        </p:nvSpPr>
        <p:spPr>
          <a:xfrm>
            <a:off x="4694559" y="3683535"/>
            <a:ext cx="555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Have You?</a:t>
            </a:r>
          </a:p>
        </p:txBody>
      </p:sp>
      <p:pic>
        <p:nvPicPr>
          <p:cNvPr id="7" name="Graphic 6" descr="Hero Male with solid fill">
            <a:extLst>
              <a:ext uri="{FF2B5EF4-FFF2-40B4-BE49-F238E27FC236}">
                <a16:creationId xmlns:a16="http://schemas.microsoft.com/office/drawing/2014/main" id="{D95BE842-9EA3-45B2-9F75-6150D12E41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9652" y="909143"/>
            <a:ext cx="4020882" cy="402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90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F111BF-5CC3-4FAF-A684-61F471A16409}"/>
              </a:ext>
            </a:extLst>
          </p:cNvPr>
          <p:cNvSpPr/>
          <p:nvPr/>
        </p:nvSpPr>
        <p:spPr>
          <a:xfrm>
            <a:off x="653144" y="2946936"/>
            <a:ext cx="11094098" cy="31724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solidFill>
                  <a:schemeClr val="bg2">
                    <a:lumMod val="90000"/>
                  </a:schemeClr>
                </a:solidFill>
                <a:latin typeface="Berlin Sans FB Demi" panose="020E0802020502020306" pitchFamily="34" charset="0"/>
              </a:rPr>
              <a:t>NO</a:t>
            </a:r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  <a:latin typeface="Berlin Sans FB Demi" panose="020E0802020502020306" pitchFamily="34" charset="0"/>
              </a:rPr>
              <a:t>TE</a:t>
            </a:r>
            <a:r>
              <a:rPr lang="en-US" sz="9600" dirty="0">
                <a:solidFill>
                  <a:schemeClr val="accent2">
                    <a:lumMod val="40000"/>
                    <a:lumOff val="60000"/>
                  </a:schemeClr>
                </a:solidFill>
                <a:latin typeface="Berlin Sans FB Demi" panose="020E0802020502020306" pitchFamily="34" charset="0"/>
              </a:rPr>
              <a:t>ST</a:t>
            </a:r>
            <a:r>
              <a:rPr lang="en-US" sz="9600" dirty="0">
                <a:solidFill>
                  <a:schemeClr val="accent4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AK</a:t>
            </a:r>
            <a:r>
              <a:rPr lang="en-US" sz="9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EN</a:t>
            </a:r>
          </a:p>
        </p:txBody>
      </p:sp>
    </p:spTree>
    <p:extLst>
      <p:ext uri="{BB962C8B-B14F-4D97-AF65-F5344CB8AC3E}">
        <p14:creationId xmlns:p14="http://schemas.microsoft.com/office/powerpoint/2010/main" val="501578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333</Words>
  <Application>Microsoft Office PowerPoint</Application>
  <PresentationFormat>Widescreen</PresentationFormat>
  <Paragraphs>71</Paragraphs>
  <Slides>20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Aharoni</vt:lpstr>
      <vt:lpstr>Arial</vt:lpstr>
      <vt:lpstr>Berlin Sans FB Demi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Rajdeep Saxena</dc:creator>
  <cp:lastModifiedBy>Rajdeep Saxena</cp:lastModifiedBy>
  <cp:revision>43</cp:revision>
  <dcterms:created xsi:type="dcterms:W3CDTF">2021-03-17T12:07:12Z</dcterms:created>
  <dcterms:modified xsi:type="dcterms:W3CDTF">2023-07-20T12:16:57Z</dcterms:modified>
</cp:coreProperties>
</file>